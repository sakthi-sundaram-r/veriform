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this agent can approve crypto transfers on its own - and I can prove, cryptographically, that nobody tampered with it. Then I'll tamper with it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trust gap: whoever runs the server owns the agent. High-stakes agents either can't ship or demand blind trust in an operator.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Positioning: we're not claiming to invent TEE agents. The primitive is proven. The open gap - confirmed by the same research - is the verification UX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trick: report_data. The hardware signs whatever the enclave puts there. We put a commitment to this exact decision and this exact key. That upgrades 'this code is unaltered' to 'this specific decision came from that unaltered code'.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flow: honest agent approves a rent payment - green check. Flip the toggle to the evil agent - identical response shape, valid signature even - rejected.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decisive moment for skeptics: the receipt passes every superficial check and still fails - because the binding can only be produced inside the enclave.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pluggable judge: the receipt doesn't care which brain decided. And fail-closed: every failure we hit in testing surfaced as a verified DENY, never a silent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Judges' question 'what's real vs simulated' - answer it before they ask. The honesty is a feature: even our dev shim labels its quotes NOT-A-REAL-QUOTE in the header bytes.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endgame: an agent's decision that a smart contract can verify on-chain with no trusted operator anywhere in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proof, not blind trust. Invite them to run the demo - docker compose up, click the toggle, watch the forger get caught.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173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spc="800" kern="0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</a:t>
            </a:r>
            <a:pPr algn="ctr" indent="0" marL="0">
              <a:buNone/>
            </a:pPr>
            <a:r>
              <a:rPr lang="en-US" sz="6600" b="1" spc="8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AI agents you don't have to trust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ships with a cryptographic receipt from a hardware enclave.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Proof, not blind trust.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github.com/Sakthi-Sundaram-R/Veriform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VERIFORM  —  proof, not blind trust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act. Nobody can check them.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approve transactions, hold keys, and move money autonomously — on servers someone else controls.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everything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operator sees every input the agent receives — including private user data.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91840" y="16916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 decisions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20440" y="23317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the code, flip a DENY to an APPROVE. The output looks identical.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16916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Steal the keys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23317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 keys and API secrets live in reach of anyone with root.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end user has </a:t>
            </a:r>
            <a:pPr algn="ctr" indent="0" marL="0">
              <a:buNone/>
            </a:pPr>
            <a:r>
              <a:rPr lang="en-US" sz="19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way to detect any of it.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VERIFORM  —  proof, not blind trust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hardware is solved. The trust isn't.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Execution Environments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can run inside hardware enclaves (Intel TDX) that even root can't read.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chip signs a remote attestation proving the code is unaltered.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Phala, Marlin, Atoma ship this today.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OPEN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can actually verify it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214884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attestation is a raw cryptographic blob. No user or smart contract can consume one.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“verify in ten seconds” layer between the enclave and the person who needs to trust it.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layer is Veriform.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VERIFORM  —  proof, not blind trust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receipts: bind every decision to the silicon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3898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Decide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17830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makes a decision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(rules + LLM judgment)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50592" y="1783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70048" y="1234440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13898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34640" y="17830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of the exact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payload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783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882896" y="1234440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47488" y="13898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Bind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47488" y="17830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goes into the quote's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report_data - signed by hardware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76288" y="1783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095744" y="1234440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0336" y="13898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Sign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60336" y="17830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Enclave-sealed key signs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decision. Key never leaves.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0E1320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27355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receipt:  { decision, address, signature, quote }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3639312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 the decision, replay an old quote, or sign outside the enclave - and the math breaks. Anyone can verify it in seconds: a user, an auditor, or a smart contract.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VERIFORM  —  proof, not blind trust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Live: one agent, one impostor</a:t>
            </a:r>
            <a:endParaRPr lang="en-US" sz="3000" dirty="0"/>
          </a:p>
        </p:txBody>
      </p:sp>
      <p:pic>
        <p:nvPicPr>
          <p:cNvPr id="4" name="Image 0" descr="C:/Veriform/docs/verifi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69080" cy="2288858"/>
          </a:xfrm>
          <a:prstGeom prst="rect">
            <a:avLst/>
          </a:prstGeom>
        </p:spPr>
      </p:pic>
      <p:pic>
        <p:nvPicPr>
          <p:cNvPr id="5" name="Image 1" descr="C:/Veriform/docs/rejected-forg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43000"/>
            <a:ext cx="4069080" cy="228885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611880"/>
            <a:ext cx="566928" cy="237744"/>
          </a:xfrm>
          <a:prstGeom prst="roundRect">
            <a:avLst>
              <a:gd name="adj" fmla="val 23077"/>
            </a:avLst>
          </a:prstGeom>
          <a:solidFill>
            <a:srgbClr val="2ECC71"/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359907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43000" y="35935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agent - receipt VERIFIED, LLM-reasoned approval inside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617720" y="3611880"/>
            <a:ext cx="566928" cy="237744"/>
          </a:xfrm>
          <a:prstGeom prst="roundRect">
            <a:avLst>
              <a:gd name="adj" fmla="val 23077"/>
            </a:avLst>
          </a:prstGeom>
          <a:solidFill>
            <a:srgbClr val="E74C3C"/>
          </a:solidFill>
          <a:ln/>
        </p:spPr>
      </p:sp>
      <p:sp>
        <p:nvSpPr>
          <p:cNvPr id="10" name="Text 6"/>
          <p:cNvSpPr/>
          <p:nvPr/>
        </p:nvSpPr>
        <p:spPr>
          <a:xfrm>
            <a:off x="4617720" y="359907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303520" y="35935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Evil agent with a forged quote - REJECTED by the verifier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API. Same response shape. Only the math tells them apart.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VERIFORM  —  proof, not blind trust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forger gets caught by math, not rules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attacker forges a structurally perfect quote. Watch what the verifier sees: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81912"/>
            <a:ext cx="566928" cy="237744"/>
          </a:xfrm>
          <a:prstGeom prst="roundRect">
            <a:avLst>
              <a:gd name="adj" fmla="val 23077"/>
            </a:avLst>
          </a:prstGeom>
          <a:solidFill>
            <a:srgbClr val="2ECC7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6911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63040" y="15179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quote_present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15179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attestation quote included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148840"/>
            <a:ext cx="566928" cy="237744"/>
          </a:xfrm>
          <a:prstGeom prst="roundRect">
            <a:avLst>
              <a:gd name="adj" fmla="val 23077"/>
            </a:avLst>
          </a:prstGeom>
          <a:solidFill>
            <a:srgbClr val="2ECC7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13603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63040" y="20848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quote_structure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0" y="2084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632 bytes, valid TDX layout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596896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715768"/>
            <a:ext cx="566928" cy="237744"/>
          </a:xfrm>
          <a:prstGeom prst="roundRect">
            <a:avLst>
              <a:gd name="adj" fmla="val 23077"/>
            </a:avLst>
          </a:prstGeom>
          <a:solidFill>
            <a:srgbClr val="2ECC7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70296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6304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recovers to the attacker's key - technically valid!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163824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2A1512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282696"/>
            <a:ext cx="566928" cy="237744"/>
          </a:xfrm>
          <a:prstGeom prst="roundRect">
            <a:avLst>
              <a:gd name="adj" fmla="val 23077"/>
            </a:avLst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26989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63040" y="3218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decision_binding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31920" y="3218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report_data does NOT commit to this decision + key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code inside the attested enclave can make the hardware sign that commitment. </a:t>
            </a:r>
            <a:pPr algn="ctr" indent="0" marL="0">
              <a:buNone/>
            </a:pPr>
            <a:r>
              <a:rPr lang="en-US" sz="14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“if evil” check anywhere.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VERIFORM  —  proof, not blind trust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 (in enclave)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in Docker on Phala dstack. Rules + LLM judgment. Emits signed, quote-bound receipts.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  (trusts only math)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892040" y="16916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Recomputes the binding, recovers signatures, checks the enclave measurement and Intel's PKI. Big green/red verdict UI.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834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Evil agent  (tamper demo)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85800" y="32004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API, approves everything, signs outside the enclave. Two attack modes, both rejected live.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26974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834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 layer  (pluggable)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892040" y="32004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/ Gemini free tier / local Ollama / rules-only. Every provider fails closed: outage = DENY, still verified.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container image runs on the laptop simulator and on real Intel TDX - zero code changes.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VERIFORM  —  proof, not blind trust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mock-up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22128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tests, green in CI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63347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runs the crypto pipeline on every push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70048" y="123444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61488" y="1417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807208" y="22128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checks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807208" y="263347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presence, structure, measurement pinning, binding, signature, PKI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82896" y="123444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74336" y="1417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5020056" y="22128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acts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0056" y="263347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approve, LLM deny, impostor rejected, forger rejected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095744" y="123444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87184" y="1417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7232904" y="22128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judgment cost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232904" y="263347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free tier today; one env var to Claude or local Ollama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0E1320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730752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about simulation: </a:t>
            </a:r>
            <a:pPr indent="0" marL="0">
              <a:buNone/>
            </a:pPr>
            <a:r>
              <a:rPr lang="en-US" sz="1150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quotes come from the dstack simulator and the verifier says so - the PKI check reports “skipped” instead of a fake pass. On Phala Cloud it becomes a hard pass/fail against Intel.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VERIFORM  —  proof, not blind trust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goes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344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45920" y="1234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working system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54880" y="12344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agent, verifier UI, tamper demo, pluggable LLM judge, tests + CI, docs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116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2011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Intel TDX on Phala Cloud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54880" y="2011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container, genuine hardware quotes - all six checks enforced against Intel's PKI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8892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2788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anchor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54880" y="27889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testnet contract stores the attested key - smart contracts gate actions on “signed by a verified enclave”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56616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45920" y="3566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Multi-vendor attestation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754880" y="35661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agreement across Intel / AMD / Nvidia roots - no single point of PKI failure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consequential agent decision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ship with a receipt.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28346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Veriform is the layer that makes enclave guarantees consumable - by people and by contracts.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the tamper toggle yourself: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0050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github.com/Sakthi-Sundaram-R/Veriform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Veriform — Verifiable AI Agents</dc:title>
  <dc:subject>PptxGenJS Presentation</dc:subject>
  <dc:creator>Sakthi Sundaram R</dc:creator>
  <cp:lastModifiedBy>Sakthi Sundaram R</cp:lastModifiedBy>
  <cp:revision>1</cp:revision>
  <dcterms:created xsi:type="dcterms:W3CDTF">2026-07-10T05:54:32Z</dcterms:created>
  <dcterms:modified xsi:type="dcterms:W3CDTF">2026-07-10T05:54:32Z</dcterms:modified>
</cp:coreProperties>
</file>